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样本覆盖：5会话、117请求、7个原生子代理组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输入校验：必须保留并报告分词和模板偏差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前缀校验：原始hash关系与实际请求token关系分开报告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执行时间线：压缩等待的本地工程验证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