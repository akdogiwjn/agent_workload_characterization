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结构覆盖：单链、单子代理、多子代理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1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并发时间线：显示实测分支重叠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2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多子代理：按真实响应完成时间调度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3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客户端资源：采样RSS时间线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4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输出覆盖：大上限不等于实际生成量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5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接口观察：缓存与延迟分口径呈现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6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X White">
  <a:themeElements>
    <a:clrScheme name="AgentX">
      <a:dk1>
        <a:srgbClr val="152238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EA580C"/>
      </a:accent2>
      <a:accent3>
        <a:srgbClr val="0D9488"/>
      </a:accent3>
      <a:accent4>
        <a:srgbClr val="7C3AED"/>
      </a:accent4>
      <a:accent5>
        <a:srgbClr val="64748B"/>
      </a:accent5>
      <a:accent6>
        <a:srgbClr val="DB2777"/>
      </a:accent6>
      <a:hlink>
        <a:srgbClr val="2563EB"/>
      </a:hlink>
      <a:folHlink>
        <a:srgbClr val="7C3AED"/>
      </a:folHlink>
    </a:clrScheme>
    <a:fontScheme name="Aptos">
      <a:majorFont>
        <a:latin typeface="Aptos"/>
        <a:ea typeface="Microsoft YaHei"/>
        <a:cs typeface=""/>
      </a:majorFont>
      <a:minorFont>
        <a:latin typeface="Aptos"/>
        <a:ea typeface="Microsoft YaHei"/>
        <a:cs typeface=""/>
      </a:minorFont>
    </a:fontScheme>
    <a:fmtScheme name="Agen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