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2"/>
    <p:sldId id="257" r:id="rId3"/>
    <p:sldId id="258" r:id="rId4"/>
    <p:sldId id="259" r:id="rId5"/>
  </p:sldIdLst>
  <p:sldSz cx="12192000" cy="6858000" type="screen16x9"/>
  <p:notesSz cx="6858000" cy="9144000"/>
</p:presentation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a="http://schemas.openxmlformats.org/drawing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4.png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9144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300">
                <a:solidFill>
                  <a:srgbClr val="152238"/>
                </a:solidFill>
                <a:latin typeface="Aptos"/>
                <a:ea typeface="Microsoft YaHei"/>
              </a:rPr>
              <a:t>远程实测：请求延迟</a:t>
            </a:r>
            <a:endParaRPr lang="zh-CN"/>
          </a:p>
        </p:txBody>
      </p:sp>
      <p:pic>
        <p:nvPicPr>
          <p:cNvPr id="3" name="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40080"/>
            <a:ext cx="10972800" cy="6172200"/>
          </a:xfrm>
          <a:prstGeom prst="rect">
            <a:avLst/>
          </a:prstGeom>
        </p:spPr>
      </p:pic>
      <p:sp>
        <p:nvSpPr>
          <p:cNvPr id="4" name="Text 4"/>
          <p:cNvSpPr txBox="1"/>
          <p:nvPr/>
        </p:nvSpPr>
        <p:spPr>
          <a:xfrm>
            <a:off x="11521440" y="91440"/>
            <a:ext cx="30480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200">
                <a:solidFill>
                  <a:srgbClr val="64748B"/>
                </a:solidFill>
                <a:latin typeface="Aptos"/>
                <a:ea typeface="Microsoft YaHei"/>
              </a:rPr>
              <a:t>1</a:t>
            </a:r>
            <a:endParaRPr lang="zh-CN"/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9144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300">
                <a:solidFill>
                  <a:srgbClr val="152238"/>
                </a:solidFill>
                <a:latin typeface="Aptos"/>
                <a:ea typeface="Microsoft YaHei"/>
              </a:rPr>
              <a:t>实际输入：分词口径差异独立记录</a:t>
            </a:r>
            <a:endParaRPr lang="zh-CN"/>
          </a:p>
        </p:txBody>
      </p:sp>
      <p:pic>
        <p:nvPicPr>
          <p:cNvPr id="3" name="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40080"/>
            <a:ext cx="10972800" cy="6172200"/>
          </a:xfrm>
          <a:prstGeom prst="rect">
            <a:avLst/>
          </a:prstGeom>
        </p:spPr>
      </p:pic>
      <p:sp>
        <p:nvSpPr>
          <p:cNvPr id="4" name="Text 4"/>
          <p:cNvSpPr txBox="1"/>
          <p:nvPr/>
        </p:nvSpPr>
        <p:spPr>
          <a:xfrm>
            <a:off x="11521440" y="91440"/>
            <a:ext cx="30480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200">
                <a:solidFill>
                  <a:srgbClr val="64748B"/>
                </a:solidFill>
                <a:latin typeface="Aptos"/>
                <a:ea typeface="Microsoft YaHei"/>
              </a:rPr>
              <a:t>2</a:t>
            </a:r>
            <a:endParaRPr lang="zh-CN"/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9144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300">
                <a:solidFill>
                  <a:srgbClr val="152238"/>
                </a:solidFill>
                <a:latin typeface="Aptos"/>
                <a:ea typeface="Microsoft YaHei"/>
              </a:rPr>
              <a:t>缓存观察：服务端usage报告</a:t>
            </a:r>
            <a:endParaRPr lang="zh-CN"/>
          </a:p>
        </p:txBody>
      </p:sp>
      <p:pic>
        <p:nvPicPr>
          <p:cNvPr id="3" name="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40080"/>
            <a:ext cx="10972800" cy="6172200"/>
          </a:xfrm>
          <a:prstGeom prst="rect">
            <a:avLst/>
          </a:prstGeom>
        </p:spPr>
      </p:pic>
      <p:sp>
        <p:nvSpPr>
          <p:cNvPr id="4" name="Text 4"/>
          <p:cNvSpPr txBox="1"/>
          <p:nvPr/>
        </p:nvSpPr>
        <p:spPr>
          <a:xfrm>
            <a:off x="11521440" y="91440"/>
            <a:ext cx="30480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200">
                <a:solidFill>
                  <a:srgbClr val="64748B"/>
                </a:solidFill>
                <a:latin typeface="Aptos"/>
                <a:ea typeface="Microsoft YaHei"/>
              </a:rPr>
              <a:t>3</a:t>
            </a:r>
            <a:endParaRPr lang="zh-CN"/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2"/>
          <p:cNvSpPr txBox="1"/>
          <p:nvPr/>
        </p:nvSpPr>
        <p:spPr>
          <a:xfrm>
            <a:off x="609600" y="91440"/>
            <a:ext cx="10972800" cy="45720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2300">
                <a:solidFill>
                  <a:srgbClr val="152238"/>
                </a:solidFill>
                <a:latin typeface="Aptos"/>
                <a:ea typeface="Microsoft YaHei"/>
              </a:rPr>
              <a:t>客户端实测：CPU与内存时间线</a:t>
            </a:r>
            <a:endParaRPr lang="zh-CN"/>
          </a:p>
        </p:txBody>
      </p:sp>
      <p:pic>
        <p:nvPicPr>
          <p:cNvPr id="3" name="Chart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640080"/>
            <a:ext cx="10972800" cy="6172200"/>
          </a:xfrm>
          <a:prstGeom prst="rect">
            <a:avLst/>
          </a:prstGeom>
        </p:spPr>
      </p:pic>
      <p:sp>
        <p:nvSpPr>
          <p:cNvPr id="4" name="Text 4"/>
          <p:cNvSpPr txBox="1"/>
          <p:nvPr/>
        </p:nvSpPr>
        <p:spPr>
          <a:xfrm>
            <a:off x="11521440" y="91440"/>
            <a:ext cx="304800" cy="3657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lang="zh-CN" sz="1200">
                <a:solidFill>
                  <a:srgbClr val="64748B"/>
                </a:solidFill>
                <a:latin typeface="Aptos"/>
                <a:ea typeface="Microsoft YaHei"/>
              </a:rPr>
              <a:t>4</a:t>
            </a:r>
            <a:endParaRPr lang="zh-CN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AgentX White">
  <a:themeElements>
    <a:clrScheme name="AgentX">
      <a:dk1>
        <a:srgbClr val="152238"/>
      </a:dk1>
      <a:lt1>
        <a:srgbClr val="FFFFFF"/>
      </a:lt1>
      <a:dk2>
        <a:srgbClr val="334155"/>
      </a:dk2>
      <a:lt2>
        <a:srgbClr val="F8FAFC"/>
      </a:lt2>
      <a:accent1>
        <a:srgbClr val="2563EB"/>
      </a:accent1>
      <a:accent2>
        <a:srgbClr val="EA580C"/>
      </a:accent2>
      <a:accent3>
        <a:srgbClr val="0D9488"/>
      </a:accent3>
      <a:accent4>
        <a:srgbClr val="7C3AED"/>
      </a:accent4>
      <a:accent5>
        <a:srgbClr val="64748B"/>
      </a:accent5>
      <a:accent6>
        <a:srgbClr val="DB2777"/>
      </a:accent6>
      <a:hlink>
        <a:srgbClr val="2563EB"/>
      </a:hlink>
      <a:folHlink>
        <a:srgbClr val="7C3AED"/>
      </a:folHlink>
    </a:clrScheme>
    <a:fontScheme name="Aptos">
      <a:majorFont>
        <a:latin typeface="Aptos"/>
        <a:ea typeface="Microsoft YaHei"/>
        <a:cs typeface=""/>
      </a:majorFont>
      <a:minorFont>
        <a:latin typeface="Aptos"/>
        <a:ea typeface="Microsoft YaHei"/>
        <a:cs typeface=""/>
      </a:minorFont>
    </a:fontScheme>
    <a:fmtScheme name="AgentX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  <a:ln w="9525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