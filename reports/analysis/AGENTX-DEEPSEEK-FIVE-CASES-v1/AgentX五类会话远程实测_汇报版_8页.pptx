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五类会话：客户端实测汇总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长上下文：完整内容的远程接收验证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请求延迟：五种样本分别呈现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分支调度：保留实测并发轨迹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客户端内存：上下文与并发样本对比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5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输出负载：覆盖不足明确登记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6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接口能力：记录最小输出控制反例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7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结论边界：请求覆盖与业务复现分开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8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