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上下文演化：会话等权的进度曲线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长上下文：区分主代理与子代理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前缀复用：区分结构潜力与实际命中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容量敏感性：只报告明确假设下的模型结果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子代理与时序：请求重叠不等于计算资源并发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256k影响：请求数与重建输入量的保留比例不同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负载集中度：解释为何均值不足以描述AgentX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7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案例：长上下文不是单调增长的一条线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8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案例：主代理与子代理的源请求重叠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9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