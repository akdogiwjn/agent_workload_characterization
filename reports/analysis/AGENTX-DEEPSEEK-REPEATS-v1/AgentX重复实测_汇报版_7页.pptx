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三次重复实测总览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首内容延迟的逐次变化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会话耗时的三次范围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客户端资源的重复观察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原始输出负载的覆盖情况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5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缓存状态的逐次变化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6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逐请求配对核对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7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