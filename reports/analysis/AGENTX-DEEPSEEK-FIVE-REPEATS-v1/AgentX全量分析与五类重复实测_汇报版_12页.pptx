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汇报口径：原数据与新实验分开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原数据：筛选改变请求构成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原数据：前缀潜力与实测缓存分别解释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远程实测：五类三次观察总览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远程实测：耗时与输出量一起解读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远程实测：首内容延迟的重复观察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6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远程实测：客户端资源，不含服务器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7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远程实测：输出上限不保证实际长度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8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远程实测：记录缓存状态，不作单因素归因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9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远程实测：依赖约束下的实际在途请求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10</a:t>
            </a:r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远程实测：自然结束差异的具体证据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11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结论：证据完整，范围明确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12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